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Paper Setting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and the data structure each one owns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4805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Structure Used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OOP object (fields)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Holds one question: text, topic, difficulty, marks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QuestionBank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 Map (unordered_map)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average insert &amp; lookup by question 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TopicIndex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 Map of Vectors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 all question IDs under one topic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PaperGenerator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Random Sampling (cumulative array + binary search)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Automatic, topic-balanced paper assembly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HuffmanCompressor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Min-Heap + Huffman Tree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Compress the assembled paper before encryption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KeyManager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AES-256 + XOR key split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Generates the root key and performs the first encryption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 maps to exactly one algorithm — one class, one responsibility, one thing to point to when asked “where is X used.”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Hierarchical Distribution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paper, a uniquely re-encrypted copy at every node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66360" y="1005840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166360" y="1005840"/>
            <a:ext cx="18288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SERVER
</a:t>
            </a:r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key generated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25312" y="1682496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05272" y="20116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Key_Central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 flipH="1">
            <a:off x="2125980" y="1572768"/>
            <a:ext cx="3954780" cy="896112"/>
          </a:xfrm>
          <a:prstGeom prst="line">
            <a:avLst/>
          </a:prstGeom>
          <a:noFill/>
          <a:ln w="22225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280160" y="2468880"/>
            <a:ext cx="1691640" cy="512064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280160" y="2468880"/>
            <a:ext cx="169164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1
</a:t>
            </a:r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cipher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 flipH="1">
            <a:off x="6057900" y="1572768"/>
            <a:ext cx="22860" cy="896112"/>
          </a:xfrm>
          <a:prstGeom prst="line">
            <a:avLst/>
          </a:prstGeom>
          <a:noFill/>
          <a:ln w="22225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212080" y="2468880"/>
            <a:ext cx="1691640" cy="512064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212080" y="2468880"/>
            <a:ext cx="169164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2
</a:t>
            </a:r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cipher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80760" y="1572768"/>
            <a:ext cx="3909060" cy="896112"/>
          </a:xfrm>
          <a:prstGeom prst="line">
            <a:avLst/>
          </a:prstGeom>
          <a:noFill/>
          <a:ln w="22225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44000" y="2468880"/>
            <a:ext cx="1691640" cy="512064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0" y="2468880"/>
            <a:ext cx="169164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29 …
</a:t>
            </a:r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cipher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02452" y="3090672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582412" y="341985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Key_State_i =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Key_Central ⊕ Secret_i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 flipH="1">
            <a:off x="4572000" y="2980944"/>
            <a:ext cx="1485900" cy="950976"/>
          </a:xfrm>
          <a:prstGeom prst="line">
            <a:avLst/>
          </a:prstGeom>
          <a:noFill/>
          <a:ln w="22225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794760" y="3931920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C99A2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3794760" y="3931920"/>
            <a:ext cx="155448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A
</a:t>
            </a:r>
            <a:pPr algn="ctr" indent="0" marL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cipher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057900" y="2980944"/>
            <a:ext cx="1028700" cy="950976"/>
          </a:xfrm>
          <a:prstGeom prst="line">
            <a:avLst/>
          </a:prstGeom>
          <a:noFill/>
          <a:ln w="22225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309360" y="3931920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C99A2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309360" y="3931920"/>
            <a:ext cx="155448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B …
</a:t>
            </a:r>
            <a:pPr algn="ctr" indent="0" marL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cipher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416552" y="4517136"/>
            <a:ext cx="310896" cy="310896"/>
          </a:xfrm>
          <a:prstGeom prst="ellipse">
            <a:avLst/>
          </a:prstGeom>
          <a:solidFill>
            <a:srgbClr val="C99A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096512" y="48463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Key_District_j =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Key_State ⊕ Secret_j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0" y="4407408"/>
            <a:ext cx="731520" cy="941832"/>
          </a:xfrm>
          <a:prstGeom prst="line">
            <a:avLst/>
          </a:prstGeom>
          <a:noFill/>
          <a:ln w="22225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434840" y="534924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B3261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4434840" y="5349240"/>
            <a:ext cx="17373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CENTRE
</a:t>
            </a:r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cipher • time-locked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148072" y="5961888"/>
            <a:ext cx="310896" cy="310896"/>
          </a:xfrm>
          <a:prstGeom prst="ellipse">
            <a:avLst/>
          </a:prstGeom>
          <a:solidFill>
            <a:srgbClr val="B326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28032" y="62910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Key_Centre_k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104888" y="113385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104888" y="1133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013448" y="256032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013448" y="2560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973568" y="3977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973568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81928" y="544068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281928" y="5440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8138160" y="46634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paper, four different colors of lock: each hop re-encrypts with a new key derived from the parent key + that node's own secret. A leaked copy is identified by which key opened it.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309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circles (1–4) mark travel order — in PowerPoint, select each stage and apply Animations → Appear → “After Previous” to animate the paper's journey live.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— Time-Gated Release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readable paper cannot exist before the scheduled exam time — even with full server access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0" cy="3017520"/>
          </a:xfrm>
          <a:prstGeom prst="roundRect">
            <a:avLst>
              <a:gd name="adj" fmla="val 3030"/>
            </a:avLst>
          </a:prstGeom>
          <a:solidFill>
            <a:srgbClr val="24306A"/>
          </a:solidFill>
          <a:ln w="12700">
            <a:solidFill>
              <a:srgbClr val="3A469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examStartTime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46888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468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10896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Centre holds only the encrypted blob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TimeGate.canUnlock() returns false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admin action can force early decrypt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0" y="1783080"/>
            <a:ext cx="5120640" cy="3017520"/>
          </a:xfrm>
          <a:prstGeom prst="roundRect">
            <a:avLst>
              <a:gd name="adj" fmla="val 3030"/>
            </a:avLst>
          </a:prstGeom>
          <a:solidFill>
            <a:srgbClr val="24306A"/>
          </a:solidFill>
          <a:ln w="12700">
            <a:solidFill>
              <a:srgbClr val="3A469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2011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examStartTime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246888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1FA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2468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UNLOCKED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310896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TimeGate compares now ≥ examStartTime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Centre decrypts with Key_District + Secret_Centre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Paper released to student terminals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41B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50749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TimeGate       </a:t>
            </a:r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Min-Heap (Extract-Min)       </a:t>
            </a:r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knows the soonest upcoming exam slot, even across multiple slots per centre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2026-09-10T08:00:11Z</dcterms:created>
  <dcterms:modified xsi:type="dcterms:W3CDTF">2026-09-10T08:00:11Z</dcterms:modified>
</cp:coreProperties>
</file>